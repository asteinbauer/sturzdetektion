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Titelfolie. Bachelorprojekt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Inferenz alle 400ms. 7 Kanäle: ax ay az gx gy gz gmag.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Übersicht der Modell-Basis, Android-App und Veto-Logik Verbesserungen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35.749 Fenster gesamt aus SisFall, UP-Fall und UniMiB. 70/15/10% subject-split.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100.068 Parameter, TFLite Float32 ~391 KB. Input 150x7, 4 Conv-Blöcke, Softmax 4 Klassen.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Test-Set 4.662 Fenster. Gesamt-Accuracy 93,7%.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Epochen, Adam-Optimizer, Early Stopping. Test-Accuracy 93,7%, Test-Loss 0,22.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Vergleich alte Veto-Logik V3 vs. neue V5. Neuer Walking-Phone-Drop-Check.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Klasse 0: Ruhig, 1: Normale Bewegung, 2: Sturzähnlich, 3: Sturz.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_01_tit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lide_06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lide_09_aenderung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lide_02_datensatz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lide_03_architektu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lide_04_confus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lide_05_trai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lide_07_veto_logi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lide_08_signa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Sturzerkennung mit 1D-CNN</dc:title>
  <dc:subject>PptxGenJS Presentation</dc:subject>
  <dc:creator>PptxGenJS</dc:creator>
  <cp:lastModifiedBy>PptxGenJS</cp:lastModifiedBy>
  <cp:revision>1</cp:revision>
  <dcterms:created xsi:type="dcterms:W3CDTF">2026-06-25T09:08:04Z</dcterms:created>
  <dcterms:modified xsi:type="dcterms:W3CDTF">2026-06-25T09:08:04Z</dcterms:modified>
</cp:coreProperties>
</file>